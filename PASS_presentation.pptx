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デザイン定額サービス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1887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828800"/>
            <a:ext cx="566928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1640" y="1691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デザインサブスクリプション「PASS」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採用コスト0で、即戦力デザインチームをあなたの手元に。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株式会社SAKAZUKI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62872" y="3931920"/>
            <a:ext cx="3200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About Us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私たちは「志」をデザインで具現化するパートナーです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3291840" cy="3657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D5C0"/>
                </a:solidFill>
              </a:rPr>
              <a:t>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SAKAZUKIのビジョンを一言で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291840" cy="3657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92024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DD5C0"/>
                </a:solidFill>
              </a:rPr>
              <a:t>Company</a:t>
            </a:r>
          </a:p>
          <a:p>
            <a:pPr algn="l"/>
            <a:r>
              <a:rPr sz="1600" b="0">
                <a:solidFill>
                  <a:srgbClr val="1A1A1A"/>
                </a:solidFill>
              </a:rPr>
              <a:t>株式会社SAKAZUKI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代表取締役 [代表者名]</a:t>
            </a:r>
          </a:p>
          <a:p>
            <a:pPr algn="l"/>
            <a:r>
              <a:rPr sz="8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3DD5C0"/>
                </a:solidFill>
              </a:rPr>
              <a:t>Business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・デザインサブスクリプション事業「PASS」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・ブランディング・デザイン制作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828800"/>
            <a:ext cx="3291840" cy="3657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92024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DD5C0"/>
                </a:solidFill>
              </a:rPr>
              <a:t>実績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・累計導入企業 [XX]社以上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・継続率 [XX]%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・平均契約期間 [XX]ヶ月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・業種を問わず幅広い実績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Problem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課題提起：クリエイティブの「3つの壁」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3566160" cy="45720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1920240"/>
            <a:ext cx="1463040" cy="30175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0195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WALL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</a:rPr>
              <a:t>採用難易度の高騰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089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有効求人倍率 [X.X]倍
採用期間 [3〜6]ヶ月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</a:rPr>
              <a:t>採れない・育てられない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737360"/>
            <a:ext cx="3566160" cy="45720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920240"/>
            <a:ext cx="1463040" cy="30175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90195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WALL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</a:rPr>
              <a:t>外注管理の複雑さ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1089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見積もり、契約、ディレクションで
コア業務を圧迫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</a:rPr>
              <a:t>手間・時間・コストが爆増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737360"/>
            <a:ext cx="3566160" cy="45720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1920240"/>
            <a:ext cx="1463040" cy="30175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190195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WALL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</a:rPr>
              <a:t>品質のバラつき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089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クラウドソーシング等の品質不安定
ブランド毀損リスク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</a:rPr>
              <a:t>安心して任せられない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Solution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解決策：デザインサブスク「PASS」とは</a:t>
            </a:r>
          </a:p>
          <a:p>
            <a:pPr algn="l"/>
            <a:r>
              <a:rPr sz="1500">
                <a:solidFill>
                  <a:srgbClr val="555555"/>
                </a:solidFill>
              </a:rPr>
              <a:t>必要な時に、必要なだけ。月額制デザインチーム。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</a:rPr>
              <a:t>採用・育成・管理コストをゼロにし、ビジネスを加速させます。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PASSは月額固定でデザインチームがそのままあなたの会社の
制作部門として機能します。依頼はチャット一本で完結。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28800"/>
            <a:ext cx="512064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828800"/>
            <a:ext cx="64008" cy="1600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9385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</a:rPr>
              <a:t>■ 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317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✕ 採用できない
✕ 見積もりが面倒
✕ クオリティ不安定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566160"/>
            <a:ext cx="5120640" cy="16002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3566160"/>
            <a:ext cx="64008" cy="160020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675887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■ After (PASS)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069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✓ チャット一本でプロに依頼
✓ 月額固定・追加費用なし
✓ 厳選された専任チーム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Strength 01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PASSの強み①：広範囲な対応領域</a:t>
            </a:r>
          </a:p>
          <a:p>
            <a:pPr algn="l"/>
            <a:r>
              <a:rPr sz="1500">
                <a:solidFill>
                  <a:srgbClr val="555555"/>
                </a:solidFill>
              </a:rPr>
              <a:t>Webも、紙も、映像も。あらゆる制作物をワンストップで。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</a:rPr>
              <a:t>PASSなら、あらゆるデザインニーズに対応。複数の外注先を管理する手間がゼロに。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274320" cy="2743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Web：LPデザイン / バナー / UIデザイン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383280"/>
            <a:ext cx="274320" cy="2743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Graphic：チラシ / パンフレット / 名刺 / ロゴ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23360"/>
            <a:ext cx="274320" cy="2743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05072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Business：営業資料 / ホワイトペーパー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663440"/>
            <a:ext cx="274320" cy="2743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45152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Movie：動画編集（※プランによる）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828800"/>
            <a:ext cx="5120640" cy="210312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103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5C0"/>
                </a:solidFill>
              </a:rPr>
              <a:t>対応制作物 20種類以上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06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名刺・チラシ・ポスター・パンフレット・メニュー・バナー・ロゴ・キービジュアル・Webデザイン・Webコーディング・動画など多数。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160520"/>
            <a:ext cx="5120640" cy="210312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4434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5C0"/>
                </a:solidFill>
              </a:rPr>
              <a:t>月額依頼し放題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9377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定額制だからコストを気にせず依頼できます。チケット制で優先度も柔軟に調整可能。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Strength 02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PASSの強み②：圧倒的なスピードと質</a:t>
            </a:r>
          </a:p>
          <a:p>
            <a:pPr algn="l"/>
            <a:r>
              <a:rPr sz="1500">
                <a:solidFill>
                  <a:srgbClr val="555555"/>
                </a:solidFill>
              </a:rPr>
              <a:t>ビジネスを止めないスピード。最短1営業日で初稿提出。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</a:rPr>
              <a:t>専任ディレクターによるダブルチェック体制で、修正の手間を最小限に。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274320" cy="2743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バナー：[1〜2]営業日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401568"/>
            <a:ext cx="274320" cy="2743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015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チラシ：[2〜3]営業日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59935"/>
            <a:ext cx="274320" cy="2743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41647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5993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LP：[5〜7]営業日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828800"/>
            <a:ext cx="5120640" cy="210312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103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5C0"/>
                </a:solidFill>
              </a:rPr>
              <a:t>専任ディレクター制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606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ディレクターがあなたの会社を深く理解した上で制作をアサイン。品質とスピードを両立します。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4160520"/>
            <a:ext cx="5120640" cy="210312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4434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5C0"/>
                </a:solidFill>
              </a:rPr>
              <a:t>修正無制限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9377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追加料金なしで何度でも修正対応。「思っていたのと違う…」がなくなります。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Strength 03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PASSの強み③：事業理解に基づくデザイン</a:t>
            </a:r>
          </a:p>
          <a:p>
            <a:pPr algn="l"/>
            <a:r>
              <a:rPr sz="1500">
                <a:solidFill>
                  <a:srgbClr val="555555"/>
                </a:solidFill>
              </a:rPr>
              <a:t>SAKAZUKIの強みである「構造思考」を活用。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</a:rPr>
              <a:t>単なる作業代行ではなく、貴社の事業課題やKPIを理解した上で、
「売れる」「伝わる」デザインを設計します。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17520"/>
            <a:ext cx="274320" cy="2743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99232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経営者視点での壁打ちも可能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75887"/>
            <a:ext cx="274320" cy="2743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599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7588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ブランドガイドラインの構築・維持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34256"/>
            <a:ext cx="274320" cy="2743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159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3425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KPIドリブンなクリエイティブ改善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828800"/>
            <a:ext cx="5120640" cy="210312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103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5C0"/>
                </a:solidFill>
              </a:rPr>
              <a:t>構造思考デザイン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606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伝えたいことを整理し、ターゲットに最も刺さる構成と表現を提案。デザインを「コスト」から「投資」に変えます。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4160520"/>
            <a:ext cx="5120640" cy="210312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4434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5C0"/>
                </a:solidFill>
              </a:rPr>
              <a:t>継続的なブランド強化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9377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月次での振り返りとアップデートで、御社のブランド価値を継続的に高めていきます。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How it Works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制作フロー：チャット一本で完結</a:t>
            </a:r>
          </a:p>
          <a:p>
            <a:pPr algn="l"/>
            <a:r>
              <a:rPr sz="1500">
                <a:solidFill>
                  <a:srgbClr val="555555"/>
                </a:solidFill>
              </a:rPr>
              <a:t>まるで「隣の席」にいるような感覚で。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2148840" cy="7772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56231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2606040"/>
            <a:ext cx="2002536" cy="3108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874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チャットでテンプレに沿って依頼内容を記入。打ち合わせや電話は原則不要。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1828800"/>
            <a:ext cx="2148840" cy="7772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1856231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103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2" y="2606040"/>
            <a:ext cx="2002536" cy="3108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2697480"/>
            <a:ext cx="1874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専任ディレクターが内容を確認し、最適なデザイナーをアサイン。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1828800"/>
            <a:ext cx="2148840" cy="7772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856231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103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0952" y="2606040"/>
            <a:ext cx="2002536" cy="3108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2697480"/>
            <a:ext cx="1874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制作開始。初稿を提出、お客様に確認いただきます。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1828800"/>
            <a:ext cx="2148840" cy="7772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1856231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103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16952" y="2606040"/>
            <a:ext cx="2002536" cy="3108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80" y="2697480"/>
            <a:ext cx="1874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初稿提出・修正対応。追加料金なしで何度でも修正可能。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1828800"/>
            <a:ext cx="2148840" cy="7772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1856231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103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納品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02952" y="2606040"/>
            <a:ext cx="2002536" cy="3108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697480"/>
            <a:ext cx="1874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最終確認後、納品データをお渡し。次の依頼もすぐに開始できます。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</a:rPr>
              <a:t>※面倒なMTGや電話は原則不要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Service Menu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提供メニュー・チケット制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1チケット（工数）で、これだけの制作が可能です。
プランにより毎月の付与数が異なります。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5120640" cy="16459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チケット制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9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プランに応じた月間チケットで柔軟にデザインを発注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737360"/>
            <a:ext cx="2651760" cy="822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バナー制作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87452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DD5C0"/>
                </a:solidFill>
              </a:rPr>
              <a:t>0.5 チケット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737360"/>
            <a:ext cx="2651760" cy="822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1874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名刺デザイン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187452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DD5C0"/>
                </a:solidFill>
              </a:rPr>
              <a:t>1.0 チケット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743200"/>
            <a:ext cx="2651760" cy="822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A4チラシ（片面）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88036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DD5C0"/>
                </a:solidFill>
              </a:rPr>
              <a:t>1.5 チケット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2743200"/>
            <a:ext cx="2651760" cy="822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A4チラシ（両面）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288036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DD5C0"/>
                </a:solidFill>
              </a:rPr>
              <a:t>2.0 チケット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749039"/>
            <a:ext cx="2651760" cy="822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861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キービジュアル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886199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DD5C0"/>
                </a:solidFill>
              </a:rPr>
              <a:t>2.5 チケット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3749039"/>
            <a:ext cx="2651760" cy="822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38861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ロゴ作成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3886199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DD5C0"/>
                </a:solidFill>
              </a:rPr>
              <a:t>3.5 チケット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754880"/>
            <a:ext cx="2651760" cy="822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892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LPデザイン（SP）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89204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DD5C0"/>
                </a:solidFill>
              </a:rPr>
              <a:t>5.0 チケット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4754880"/>
            <a:ext cx="2651760" cy="82296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4892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営業資料作成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489204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DD5C0"/>
                </a:solidFill>
              </a:rPr>
              <a:t>2.0 チケット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Case Study 01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導入事例①：株式会社[企業名A] 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</a:rPr>
              <a:t>デザイン外注から切り替え。コスト [XX]% 削減に成功。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23160"/>
            <a:ext cx="603504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23160"/>
            <a:ext cx="64008" cy="12344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</a:rPr>
              <a:t>■ 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8036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都度外注でコストが積み重なり、担当者の管理工数も膨大に。品質もバラバラで社内からの不満も。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49039"/>
            <a:ext cx="6035040" cy="123444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49039"/>
            <a:ext cx="64008" cy="12344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■ 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PASSに切り替え後、月々のデザインコストが大幅削減。担当者の工数もほぼゼロに。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74920"/>
            <a:ext cx="6035040" cy="10058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「月次コストが[XX]万円→[XX]万円に。さらにデザインのスピードも上がり、
本業に集中できるようになりました」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783080"/>
            <a:ext cx="4297680" cy="201168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1031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53%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017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コスト削減達成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977639"/>
            <a:ext cx="4297680" cy="201168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2976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3DD5C0"/>
                </a:solidFill>
              </a:rPr>
              <a:t>11万円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212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</a:rPr>
              <a:t>月間コスト削減額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Case Study 02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導入事例②：株式会社[企業名B] 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</a:rPr>
              <a:t>採用資料の刷新で、エントリー数が昨対比 [2] 倍に急増。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23160"/>
            <a:ext cx="603504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23160"/>
            <a:ext cx="64008" cy="12344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</a:rPr>
              <a:t>■ 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8036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資料デザインが古い、SNSトンマナばらつき。優秀層からのエントリーが減少傾向に。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49039"/>
            <a:ext cx="6035040" cy="123444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49039"/>
            <a:ext cx="64008" cy="12344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■ 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トンマナ統一、資料フルリニューアル、優秀層からの応募増。採用広報の工数も大幅削減。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74920"/>
            <a:ext cx="6035040" cy="10058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「採用広報の工数が減り、応募の質が上がりました。デザインへの投資対効果が非常に高い」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783080"/>
            <a:ext cx="4297680" cy="201168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1031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2倍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017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エントリー数 昨対比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977639"/>
            <a:ext cx="4297680" cy="201168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2976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3DD5C0"/>
                </a:solidFill>
              </a:rPr>
              <a:t>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212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</a:rPr>
              <a:t>ディレクション工数削減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Portfolio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Design Portfolio</a:t>
            </a:r>
          </a:p>
          <a:p>
            <a:pPr algn="l"/>
            <a:r>
              <a:rPr sz="1500">
                <a:solidFill>
                  <a:srgbClr val="555555"/>
                </a:solidFill>
              </a:rPr>
              <a:t>多様なテイストに対応可能。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2743200" cy="18288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A1A1A"/>
                </a:solidFill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Webサイト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783080"/>
            <a:ext cx="2743200" cy="18288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057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A1A1A"/>
                </a:solidFill>
              </a:rP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バナー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783080"/>
            <a:ext cx="2743200" cy="18288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A1A1A"/>
                </a:solidFill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パンフレット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1783080"/>
            <a:ext cx="2743200" cy="18288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057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A1A1A"/>
                </a:solidFill>
              </a:rPr>
              <a:t>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イラスト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2743200" cy="18288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A1A1A"/>
                </a:solidFill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SNS投稿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3840480"/>
            <a:ext cx="2743200" cy="18288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41148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A1A1A"/>
                </a:solidFill>
              </a:rPr>
              <a:t>🏷️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ロゴ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840480"/>
            <a:ext cx="2743200" cy="18288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148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A1A1A"/>
                </a:solidFill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営業資料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3840480"/>
            <a:ext cx="2743200" cy="18288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41148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A1A1A"/>
                </a:solidFill>
              </a:rPr>
              <a:t>📽️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</a:rPr>
              <a:t>動画編集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※実績画像は別途ご覧いただけます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Quality &amp; Security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品質・体制への安心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83080"/>
            <a:ext cx="3566160" cy="420624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>
                <a:solidFill>
                  <a:srgbClr val="1A1A1A"/>
                </a:solidFill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DD5C0"/>
                </a:solidFill>
              </a:rPr>
              <a:t>厳選採用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採用合格率 [X]%。実務経験豊富なプロのデザイナーのみ在籍。コンペや審査を通過したメンバーで構成。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783080"/>
            <a:ext cx="3566160" cy="420624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>
                <a:solidFill>
                  <a:srgbClr val="1A1A1A"/>
                </a:solidFill>
              </a:rP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9260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DD5C0"/>
                </a:solidFill>
              </a:rPr>
              <a:t>チーム体制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6118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ディレクターを含めたチームで品質管理。担当デザイナー + ディレクターによるダブルチェック体制。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783080"/>
            <a:ext cx="3566160" cy="420624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0574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>
                <a:solidFill>
                  <a:srgbClr val="1A1A1A"/>
                </a:solidFill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9260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DD5C0"/>
                </a:solidFill>
              </a:rPr>
              <a:t>セキュリティ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6118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全スタッフとNDA締結済み。機密情報も安心してお取り扱いいただけます。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Cost Simulation 01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コストシミュレーション①（対 採用）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5120640" cy="21488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■A社（正社員採用）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年収 [500]万 / 採用費 [150]万 / 設備・福利厚生 等</a:t>
            </a:r>
          </a:p>
          <a:p>
            <a:pPr algn="l"/>
            <a:r>
              <a:rPr sz="2000" b="1">
                <a:solidFill>
                  <a:srgbClr val="FFFFFF"/>
                </a:solidFill>
              </a:rPr>
              <a:t>¥750万円 / 年間コスト（概算）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5120640" cy="21488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■PASS（スタンダード）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月額 [20]万円 × 12ヶ月 / 採用リスクなし / 解約リスクなし</a:t>
            </a:r>
          </a:p>
          <a:p>
            <a:pPr algn="l"/>
            <a:r>
              <a:rPr sz="2000" b="1">
                <a:solidFill>
                  <a:srgbClr val="FFFFFF"/>
                </a:solidFill>
              </a:rPr>
              <a:t>¥240万円 / 年間コスト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3DD5C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560320"/>
            <a:ext cx="1737360" cy="1737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743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[1/3]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5478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以下に削減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</a:rPr>
              <a:t>コスト削減 + 解約リスクなし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採用コスト・教育コスト・設備コストを含めると
正社員雇用は年間750万円以上。
PASSなら1/3以下でプロチームが動きます。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Cost Simulation 02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コストシミュレーション②（対 外注）</a:t>
            </a:r>
          </a:p>
          <a:p>
            <a:pPr algn="l"/>
            <a:r>
              <a:rPr sz="1500">
                <a:solidFill>
                  <a:srgbClr val="555555"/>
                </a:solidFill>
              </a:rPr>
              <a:t>「見えないコスト」であるディレクション工数を [90]% 削減。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920240"/>
            <a:ext cx="5120640" cy="20116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■外注（従来）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業者選定・見積もり・契約 / MTG・ディレクション</a:t>
            </a:r>
          </a:p>
          <a:p>
            <a:pPr algn="l"/>
            <a:r>
              <a:rPr sz="2000" b="1">
                <a:solidFill>
                  <a:srgbClr val="FFFFFF"/>
                </a:solidFill>
              </a:rPr>
              <a:t>月[20]時間 / 管理工数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69080"/>
            <a:ext cx="5120640" cy="19202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■PASS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チャットで依頼するだけ / = 月間 [2]時間</a:t>
            </a:r>
          </a:p>
          <a:p>
            <a:pPr algn="l"/>
            <a:r>
              <a:rPr sz="2000" b="1">
                <a:solidFill>
                  <a:srgbClr val="FFFFFF"/>
                </a:solidFill>
              </a:rPr>
              <a:t>月[2]時間 / 管理工数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00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3DD5C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743200"/>
            <a:ext cx="1737360" cy="1737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9260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657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工数削減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</a:rPr>
              <a:t>空いた時間をコア業務へ集中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743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管理工数の削減により、
担当者はコア業務に集中できます。
月18時間の削減 = 年間216時間の創出。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Plan &amp; Pricing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料金プラン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3657600" cy="5074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5C0"/>
                </a:solidFill>
              </a:rPr>
              <a:t>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ライト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1635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¥[X]万円/月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バナー制作メイン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✓ 月[X]チケット付与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251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✓ Web/Graphicデザイン対応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640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✓ 修正無制限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0293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✓ チャットサポート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8848" y="1600200"/>
            <a:ext cx="3657600" cy="507492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175564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5C0"/>
                </a:solidFill>
              </a:rPr>
              <a:t>★推奨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2240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スタンダード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281635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¥[Y]万円/月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LP・資料作成など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8862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月[Y]チケット付与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3251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全ジャンルのデザイン対応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7640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修正無制限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520293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専任ディレクター制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64184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Webコーディング対応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7615" y="1600200"/>
            <a:ext cx="3657600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1935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Premium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5" y="2240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プレミアム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1935" y="281635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¥[Z]万円/月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1935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動画対応・最優先対応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5" y="38862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月[Z]チケット付与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31935" y="43251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動画編集対応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31935" y="47640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最優先対応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1935" y="520293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月次戦略MTG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31935" y="564184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ブランドガイドライン策定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Getting Started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契約の流れ・トライアル</a:t>
            </a:r>
          </a:p>
          <a:p>
            <a:pPr algn="l"/>
            <a:r>
              <a:rPr sz="1500">
                <a:solidFill>
                  <a:srgbClr val="555555"/>
                </a:solidFill>
              </a:rPr>
              <a:t>まずは [1ヶ月] から。リスクなく始められます。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5486400" cy="9144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029968"/>
            <a:ext cx="457200" cy="45720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お問い合わせ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042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フォームまたはメールよりご連絡ください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907791"/>
            <a:ext cx="5486400" cy="9144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" y="3108959"/>
            <a:ext cx="457200" cy="45720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09067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999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無料相談（30分）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83279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貴社の課題・ニーズをヒアリングします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986783"/>
            <a:ext cx="5486400" cy="9144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" y="4187951"/>
            <a:ext cx="457200" cy="45720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16966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07822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ご契約（電子契約）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46227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クラウドサインによる電子契約で即手続き可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065776"/>
            <a:ext cx="5486400" cy="9144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" y="5266944"/>
            <a:ext cx="457200" cy="45720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2486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1572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利用開始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412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契約翌日からチャットで依頼開始できます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1737360"/>
            <a:ext cx="4937760" cy="443484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057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69748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今なら
[初回1ヶ月半額]
キャンペーン実施中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5262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まずはお気軽にご相談ください。
御社の課題に合わせた最適なプランをご提案します。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Support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サポート・FAQ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5486400" cy="146304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1892808"/>
            <a:ext cx="292608" cy="29260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8745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2880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修正回数に制限はありますか？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3134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A. 原則無制限です。軽微な変更は1営業日〜で対応します。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1691640"/>
            <a:ext cx="5486400" cy="146304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39128" y="1892808"/>
            <a:ext cx="292608" cy="29260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18745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82880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途中解約はできますか？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3134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A. 更新月の[1]ヶ月前告知で解約可能です。違約金はありません。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291840"/>
            <a:ext cx="5486400" cy="146304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4128" y="3493008"/>
            <a:ext cx="292608" cy="29260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4747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チャットツールは何に対応していますか？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39136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A. Chatwork, Slack, Teams等に対応しています。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291840"/>
            <a:ext cx="5486400" cy="146304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39128" y="3493008"/>
            <a:ext cx="292608" cy="29260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34747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42900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複数案件を同時に依頼できますか？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39136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A. 原則1案件ずつとなります。同時進行をご希望の場合は2口契約などをご検討ください。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892040"/>
            <a:ext cx="5486400" cy="146304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" y="5093208"/>
            <a:ext cx="292608" cy="29260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0749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02920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使い切れなかったチケットはどうなりますか？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55138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A. 翌月への繰り越しは[1ヶ月分]まで可能です。詳細はご契約時にご確認ください。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4892040"/>
            <a:ext cx="5486400" cy="146304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39128" y="5093208"/>
            <a:ext cx="292608" cy="29260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39128" y="50749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02920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支払い方法は？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55138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A. 月額払い・一括払いを選択可能です。一括払いは5%割引で請求書を発行します。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Why Now? なぜ今か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418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迷っている間にも、競合は動いています。
クリエイティブの改善は、後回しにするほど機会損失が大きくなります。
今すぐ体制を整え、事業成長のスピードを加速させましょう。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4892040"/>
            <a:ext cx="6126480" cy="822960"/>
          </a:xfrm>
          <a:prstGeom prst="rect">
            <a:avLst/>
          </a:prstGeom>
          <a:solidFill>
            <a:srgbClr val="4D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493776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今すぐ無料相談を予約する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7200"/>
            <a:ext cx="64008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493776"/>
            <a:ext cx="310896" cy="310896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5C0"/>
                </a:solidFill>
              </a:rPr>
              <a:t>Contact</a:t>
            </a:r>
          </a:p>
          <a:p>
            <a:pPr algn="l"/>
            <a:r>
              <a:rPr sz="3000" b="1">
                <a:solidFill>
                  <a:srgbClr val="1A1A1A"/>
                </a:solidFill>
              </a:rPr>
              <a:t>お問い合わせ</a:t>
            </a:r>
          </a:p>
          <a:p>
            <a:pPr algn="l"/>
            <a:r>
              <a:rPr sz="1500">
                <a:solidFill>
                  <a:srgbClr val="555555"/>
                </a:solidFill>
              </a:rPr>
              <a:t>まずは無料相談（30分）で、貴社の課題をお聞かせください。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64008" cy="256032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6382512"/>
            <a:ext cx="201168" cy="201168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63276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5C0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</a:rPr>
              <a:t>デザインの力で、
あなたのビジネスを
加速させましょう。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</a:rPr>
              <a:t>まずは30分の無料相談からお気軽にどうぞ。
貴社の課題に合わせた最適なプランをご提案します。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691640"/>
            <a:ext cx="5120640" cy="4572000"/>
          </a:xfrm>
          <a:prstGeom prst="rect">
            <a:avLst/>
          </a:prstGeom>
          <a:solidFill>
            <a:srgbClr val="E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965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D5C0"/>
                </a:solidFill>
              </a:rPr>
              <a:t>お問い合わせ先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606040"/>
            <a:ext cx="420624" cy="420624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26060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651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[フォームURL]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3474720"/>
            <a:ext cx="420624" cy="420624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347472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</a:rPr>
              <a:t>✉️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3520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info@sakazuki.co.jp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4343400"/>
            <a:ext cx="420624" cy="420624"/>
          </a:xfrm>
          <a:prstGeom prst="rect">
            <a:avLst/>
          </a:prstGeom>
          <a:solidFill>
            <a:srgbClr val="3D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43434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</a:rPr>
              <a:t>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4389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株式会社SAKAZUKI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5166360"/>
            <a:ext cx="4480560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5349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</a:rPr>
              <a:t>株式会社SAKAZUKI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